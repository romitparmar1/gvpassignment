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 Management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Singly Linked List in C++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371600" cy="54864"/>
          </a:xfrm>
          <a:prstGeom prst="rect">
            <a:avLst/>
          </a:prstGeom>
          <a:solidFill>
            <a:srgbClr val="2A9D8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C++ program to manage student records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Name, Roll Number, Gender and Date of Birth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Singly Linked List with dynamic memory (malloc)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perform Insert, Display and Delete operations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pointers and dynamic data structures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Linked List?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128016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5486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7744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128016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5486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480"/>
            <a:ext cx="128016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52160" y="155448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1554480"/>
            <a:ext cx="5486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0" y="1554480"/>
            <a:ext cx="548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1554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</a:rPr>
              <a:t>→ NULL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head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connected using pointers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node is head, last node points to NULL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can grow or shrink at run time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Student Node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572000" cy="35661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name[30];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gender;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roll;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dob[20];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 *next;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student *head=NULL;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8016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– student name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– M / F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– roll number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– dd/mm/yyyy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– address of next node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node using malloc()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name, roll, gender and DOB from user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list is empty, new node becomes head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goes to the last node and links the new node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0" y="1188720"/>
            <a:ext cx="3749040" cy="3383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212080" y="1280160"/>
            <a:ext cx="33832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if(head==NULL)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head=nd;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temp=head;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while(temp-&gt;next!=NULL)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temp=temp-&gt;next;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temp-&gt;next=nd;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list is empty and shows a message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head and visits each node one by one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Roll, Name, Gender and DOB of each student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the pointer becomes NULL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taken: O(n), where n = number of students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delet() Function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the Roll Number to delete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first node matches, head moves to next node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searches with temp and prev pointers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previous node to next node, then free() the node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message if roll number is not found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0" y="1188720"/>
            <a:ext cx="3566160" cy="23774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94960" y="1280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prev-&gt;next=temp-&gt;next;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free(temp);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Before: A -&gt; B -&gt; 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After : A -&gt; C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&amp; Sample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8138160" cy="29260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801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1.Insert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2.Display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3.Delete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 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  NAME    GENDER   dob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 Rahul   M        12/05/2003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C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 Priya   F        21/08/2004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06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runs an infinite while(1) loop with switch-case until Exit is chosen.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size – no wastage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insert and delete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shifting of elements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749040" cy="5486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280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01168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(random) access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for pointers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is sequential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manages student records efficiently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display and delete work with simple pointer logic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search and update features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2026-10-05T15:46:59Z</dcterms:created>
  <dcterms:modified xsi:type="dcterms:W3CDTF">2026-10-05T15:46:59Z</dcterms:modified>
</cp:coreProperties>
</file>